
<file path=[Content_Types].xml><?xml version="1.0" encoding="utf-8"?>
<Types xmlns="http://schemas.openxmlformats.org/package/2006/content-types">
  <Default Extension="1721090495" ContentType="image/1721090495"/>
  <Default Extension="1722878521" ContentType="image/1722878521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8445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https://imgv2-1-f.scribdassets.com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https://imgv2-1-f.scribdassets.com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https://imgv2-2-f.scribdassets.com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https://imgv2-1-f.scribdassets.com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https://imgv2-1-f.scribdassets.com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https://imgv2-1-f.scribdassets.com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https://imgv2-1-f.scribdassets.com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https://imgv2-1-f.scribdassets.com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https://imgv2-1-f.scribdassets.com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https://imgv2-1-f.scribdassets.com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1722878521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1722878521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1721090495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1722878521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1722878521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1722878521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1722878521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1722878521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1722878521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1722878521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Machine Learning For Startup Success Prediction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mgv2-1-f.scribdassets.com/img/document/689777446/original/88cc0175be/1722878521?v=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Startup Success Prediction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Machine Learning (ML) techniques can analyze complex datasets to forecast startup outcomes.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Accurate prediction models help investors and entrepreneurs make informed decisions.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presentation explores how ML can be leveraged to predict startup success effectively.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mgv2-1-f.scribdassets.com/img/document/689777446/original/88cc0175be/1722878521?v=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Importance of Predicting Startup Success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Early prediction can reduce investment risks and optimize resource allocation.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Successful forecasts enable startups to identify growth opportunities and potential pitfalls.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Understanding success predictors fosters better strategic planning for entrepreneurs and investors.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mgv2-2-f.scribdassets.com/img/document/692247612/original/4d14838fa7/1721090495?v=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Key Factors Influencing Startup Success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Founding team experience, skills, and network connections significantly impact outcomes.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Market size, competition level, and product-market fit are critical external factors.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Business model scalability and financial health also play essential roles in success prediction.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mgv2-1-f.scribdassets.com/img/document/689777446/original/88cc0175be/1722878521?v=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Collection for ML Models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Relevant data includes financial metrics, team backgrounds, and market data.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sources encompass public records, social media, surveys, and industry reports.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Quality and completeness of data are crucial for building reliable and accurate models.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mgv2-1-f.scribdassets.com/img/document/689777446/original/88cc0175be/1722878521?v=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Feature Engineering and Selection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Transform raw data into meaningful features that capture underlying patterns.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Techniques like normalization, encoding, and dimensionality reduction improve model performance.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Selecting the most predictive features enhances model interpretability and accuracy.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mgv2-1-f.scribdassets.com/img/document/689777446/original/88cc0175be/1722878521?v=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Machine Learning Algorithms Used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Common algorithms include Logistic Regression, Random Forests, and Gradient Boosting Machines.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Deep learning models can capture complex, non-linear relationships in data.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Ensemble methods combine multiple models to improve overall prediction accuracy.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mgv2-1-f.scribdassets.com/img/document/689777446/original/88cc0175be/1722878521?v=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Model Training and Validation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Models are trained on historical startup data to learn success patterns.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Cross-validation techniques help assess model robustness and prevent overfitting.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Performance metrics like accuracy, precision, recall, and AUC are used to evaluate models.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mgv2-1-f.scribdassets.com/img/document/689777446/original/88cc0175be/1722878521?v=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Challenges in Startup Success Prediction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scarcity and quality issues can hinder model development.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highly dynamic nature of markets and startups introduces unpredictability.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Ethical considerations include data privacy and avoiding biases in predictions.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mgv2-1-f.scribdassets.com/img/document/689777446/original/88cc0175be/1722878521?v=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Practical Applications and Case Studies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Investment firms use ML models to screen potential startup investments efficiently.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Accelerators leverage predictive analytics to select high-potential startups.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Case studies demonstrate improved success rates and resource allocation through ML insights.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mgv2-1-f.scribdassets.com/img/document/689777446/original/88cc0175be/1722878521?v=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Future Directions and Conclusion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Integration of real-time data streams will enhance prediction accuracy.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Combining ML with human expertise creates more comprehensive assessment frameworks.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Machine Learning holds significant promise for reducing uncertainty and fostering startup success.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532</Words>
  <Application>Microsoft Office PowerPoint</Application>
  <PresentationFormat>On-screen Show (16:9)</PresentationFormat>
  <Paragraphs>82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Optima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For Startup Success Prediction</dc:title>
  <dc:subject>Machine Learning For Startup Success Prediction</dc:subject>
  <dc:creator>SlideMake.com</dc:creator>
  <cp:lastModifiedBy>Bhavani</cp:lastModifiedBy>
  <cp:revision>2</cp:revision>
  <dcterms:created xsi:type="dcterms:W3CDTF">2026-02-19T06:00:01Z</dcterms:created>
  <dcterms:modified xsi:type="dcterms:W3CDTF">2026-02-19T06:01:49Z</dcterms:modified>
</cp:coreProperties>
</file>